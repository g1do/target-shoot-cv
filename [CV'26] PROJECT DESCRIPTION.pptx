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3"/>
  </p:notesMasterIdLst>
  <p:sldIdLst>
    <p:sldId id="390" r:id="rId5"/>
    <p:sldId id="1408" r:id="rId6"/>
    <p:sldId id="1256" r:id="rId7"/>
    <p:sldId id="1409" r:id="rId8"/>
    <p:sldId id="1412" r:id="rId9"/>
    <p:sldId id="1410" r:id="rId10"/>
    <p:sldId id="1411" r:id="rId11"/>
    <p:sldId id="3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101BD-46F1-47D8-82B9-A75A7AC27748}" v="71" dt="2026-04-06T22:27:03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Salah ELDin" userId="68850134-226f-4097-a9a8-787fd6814b0e" providerId="ADAL" clId="{413A41C2-4AE9-464D-8388-CF86B67ED8CF}"/>
    <pc:docChg chg="undo custSel addSld delSld modSld">
      <pc:chgData name="Ahmed Salah ELDin" userId="68850134-226f-4097-a9a8-787fd6814b0e" providerId="ADAL" clId="{413A41C2-4AE9-464D-8388-CF86B67ED8CF}" dt="2026-04-06T22:27:03.297" v="736"/>
      <pc:docMkLst>
        <pc:docMk/>
      </pc:docMkLst>
      <pc:sldChg chg="delSp modSp add del mod">
        <pc:chgData name="Ahmed Salah ELDin" userId="68850134-226f-4097-a9a8-787fd6814b0e" providerId="ADAL" clId="{413A41C2-4AE9-464D-8388-CF86B67ED8CF}" dt="2026-04-06T15:44:03.782" v="12" actId="20577"/>
        <pc:sldMkLst>
          <pc:docMk/>
          <pc:sldMk cId="2873131509" sldId="390"/>
        </pc:sldMkLst>
        <pc:spChg chg="mod">
          <ac:chgData name="Ahmed Salah ELDin" userId="68850134-226f-4097-a9a8-787fd6814b0e" providerId="ADAL" clId="{413A41C2-4AE9-464D-8388-CF86B67ED8CF}" dt="2026-04-06T15:44:03.782" v="12" actId="20577"/>
          <ac:spMkLst>
            <pc:docMk/>
            <pc:sldMk cId="2873131509" sldId="390"/>
            <ac:spMk id="3" creationId="{70F42401-B8F5-462B-B597-F62C1FD10E17}"/>
          </ac:spMkLst>
        </pc:spChg>
        <pc:spChg chg="del">
          <ac:chgData name="Ahmed Salah ELDin" userId="68850134-226f-4097-a9a8-787fd6814b0e" providerId="ADAL" clId="{413A41C2-4AE9-464D-8388-CF86B67ED8CF}" dt="2026-04-06T15:43:58.166" v="3" actId="478"/>
          <ac:spMkLst>
            <pc:docMk/>
            <pc:sldMk cId="2873131509" sldId="390"/>
            <ac:spMk id="4" creationId="{781D81A7-4EBC-6535-3892-EE0B4CE9D3AF}"/>
          </ac:spMkLst>
        </pc:spChg>
      </pc:sldChg>
      <pc:sldChg chg="add del">
        <pc:chgData name="Ahmed Salah ELDin" userId="68850134-226f-4097-a9a8-787fd6814b0e" providerId="ADAL" clId="{413A41C2-4AE9-464D-8388-CF86B67ED8CF}" dt="2026-04-06T15:44:17.321" v="13" actId="47"/>
        <pc:sldMkLst>
          <pc:docMk/>
          <pc:sldMk cId="1615340738" sldId="680"/>
        </pc:sldMkLst>
      </pc:sldChg>
      <pc:sldChg chg="addSp delSp modSp add del mod">
        <pc:chgData name="Ahmed Salah ELDin" userId="68850134-226f-4097-a9a8-787fd6814b0e" providerId="ADAL" clId="{413A41C2-4AE9-464D-8388-CF86B67ED8CF}" dt="2026-04-06T16:01:53.333" v="354" actId="14100"/>
        <pc:sldMkLst>
          <pc:docMk/>
          <pc:sldMk cId="1625747229" sldId="1256"/>
        </pc:sldMkLst>
        <pc:spChg chg="add mod">
          <ac:chgData name="Ahmed Salah ELDin" userId="68850134-226f-4097-a9a8-787fd6814b0e" providerId="ADAL" clId="{413A41C2-4AE9-464D-8388-CF86B67ED8CF}" dt="2026-04-06T16:01:34.716" v="351" actId="20577"/>
          <ac:spMkLst>
            <pc:docMk/>
            <pc:sldMk cId="1625747229" sldId="1256"/>
            <ac:spMk id="4" creationId="{3AC4271B-121C-8921-C7FC-BAB034B242FF}"/>
          </ac:spMkLst>
        </pc:spChg>
        <pc:spChg chg="mod">
          <ac:chgData name="Ahmed Salah ELDin" userId="68850134-226f-4097-a9a8-787fd6814b0e" providerId="ADAL" clId="{413A41C2-4AE9-464D-8388-CF86B67ED8CF}" dt="2026-04-06T16:01:53.333" v="354" actId="14100"/>
          <ac:spMkLst>
            <pc:docMk/>
            <pc:sldMk cId="1625747229" sldId="1256"/>
            <ac:spMk id="5" creationId="{00000000-0000-0000-0000-000000000000}"/>
          </ac:spMkLst>
        </pc:spChg>
        <pc:grpChg chg="del">
          <ac:chgData name="Ahmed Salah ELDin" userId="68850134-226f-4097-a9a8-787fd6814b0e" providerId="ADAL" clId="{413A41C2-4AE9-464D-8388-CF86B67ED8CF}" dt="2026-04-06T16:01:28.558" v="341" actId="478"/>
          <ac:grpSpMkLst>
            <pc:docMk/>
            <pc:sldMk cId="1625747229" sldId="1256"/>
            <ac:grpSpMk id="6" creationId="{BF99F383-D4D0-46FA-B1CF-5896C007EC7B}"/>
          </ac:grpSpMkLst>
        </pc:grpChg>
        <pc:picChg chg="add mod">
          <ac:chgData name="Ahmed Salah ELDin" userId="68850134-226f-4097-a9a8-787fd6814b0e" providerId="ADAL" clId="{413A41C2-4AE9-464D-8388-CF86B67ED8CF}" dt="2026-04-06T16:01:29.648" v="342"/>
          <ac:picMkLst>
            <pc:docMk/>
            <pc:sldMk cId="1625747229" sldId="1256"/>
            <ac:picMk id="2" creationId="{CF4A3367-7167-951D-EF46-51E0BC05CE5E}"/>
          </ac:picMkLst>
        </pc:picChg>
      </pc:sldChg>
      <pc:sldChg chg="modSp add del mod">
        <pc:chgData name="Ahmed Salah ELDin" userId="68850134-226f-4097-a9a8-787fd6814b0e" providerId="ADAL" clId="{413A41C2-4AE9-464D-8388-CF86B67ED8CF}" dt="2026-04-06T18:46:39.022" v="680" actId="20577"/>
        <pc:sldMkLst>
          <pc:docMk/>
          <pc:sldMk cId="3951632798" sldId="1408"/>
        </pc:sldMkLst>
        <pc:spChg chg="mod">
          <ac:chgData name="Ahmed Salah ELDin" userId="68850134-226f-4097-a9a8-787fd6814b0e" providerId="ADAL" clId="{413A41C2-4AE9-464D-8388-CF86B67ED8CF}" dt="2026-04-06T16:01:13.832" v="340" actId="2711"/>
          <ac:spMkLst>
            <pc:docMk/>
            <pc:sldMk cId="3951632798" sldId="1408"/>
            <ac:spMk id="2" creationId="{85E0BD0B-40FB-EEDA-5403-00DB4C45BCE3}"/>
          </ac:spMkLst>
        </pc:spChg>
        <pc:spChg chg="mod">
          <ac:chgData name="Ahmed Salah ELDin" userId="68850134-226f-4097-a9a8-787fd6814b0e" providerId="ADAL" clId="{413A41C2-4AE9-464D-8388-CF86B67ED8CF}" dt="2026-04-06T18:46:39.022" v="680" actId="20577"/>
          <ac:spMkLst>
            <pc:docMk/>
            <pc:sldMk cId="3951632798" sldId="1408"/>
            <ac:spMk id="8" creationId="{42222F14-D736-9130-0DEA-8010F089315E}"/>
          </ac:spMkLst>
        </pc:spChg>
        <pc:picChg chg="mod">
          <ac:chgData name="Ahmed Salah ELDin" userId="68850134-226f-4097-a9a8-787fd6814b0e" providerId="ADAL" clId="{413A41C2-4AE9-464D-8388-CF86B67ED8CF}" dt="2026-04-06T16:00:57.221" v="327" actId="1076"/>
          <ac:picMkLst>
            <pc:docMk/>
            <pc:sldMk cId="3951632798" sldId="1408"/>
            <ac:picMk id="4098" creationId="{8D77A787-0D29-13B1-365B-C0045C853D86}"/>
          </ac:picMkLst>
        </pc:picChg>
      </pc:sldChg>
      <pc:sldChg chg="addSp delSp modSp add del mod delAnim">
        <pc:chgData name="Ahmed Salah ELDin" userId="68850134-226f-4097-a9a8-787fd6814b0e" providerId="ADAL" clId="{413A41C2-4AE9-464D-8388-CF86B67ED8CF}" dt="2026-04-06T21:54:02.557" v="697" actId="2164"/>
        <pc:sldMkLst>
          <pc:docMk/>
          <pc:sldMk cId="103547198" sldId="1409"/>
        </pc:sldMkLst>
        <pc:spChg chg="del">
          <ac:chgData name="Ahmed Salah ELDin" userId="68850134-226f-4097-a9a8-787fd6814b0e" providerId="ADAL" clId="{413A41C2-4AE9-464D-8388-CF86B67ED8CF}" dt="2026-04-06T15:45:15.065" v="14" actId="478"/>
          <ac:spMkLst>
            <pc:docMk/>
            <pc:sldMk cId="103547198" sldId="1409"/>
            <ac:spMk id="3" creationId="{274C56AA-3175-0826-B998-51BF3B451CBF}"/>
          </ac:spMkLst>
        </pc:spChg>
        <pc:spChg chg="mod">
          <ac:chgData name="Ahmed Salah ELDin" userId="68850134-226f-4097-a9a8-787fd6814b0e" providerId="ADAL" clId="{413A41C2-4AE9-464D-8388-CF86B67ED8CF}" dt="2026-04-06T21:41:24.972" v="683" actId="1076"/>
          <ac:spMkLst>
            <pc:docMk/>
            <pc:sldMk cId="103547198" sldId="1409"/>
            <ac:spMk id="3" creationId="{8272602D-6D4C-7582-9F76-F2AC5E5BCF7E}"/>
          </ac:spMkLst>
        </pc:spChg>
        <pc:spChg chg="add mod">
          <ac:chgData name="Ahmed Salah ELDin" userId="68850134-226f-4097-a9a8-787fd6814b0e" providerId="ADAL" clId="{413A41C2-4AE9-464D-8388-CF86B67ED8CF}" dt="2026-04-06T16:05:20.246" v="523" actId="164"/>
          <ac:spMkLst>
            <pc:docMk/>
            <pc:sldMk cId="103547198" sldId="1409"/>
            <ac:spMk id="4" creationId="{2FAC4A07-B2A2-45E3-9C77-6681465B8371}"/>
          </ac:spMkLst>
        </pc:spChg>
        <pc:spChg chg="add mod">
          <ac:chgData name="Ahmed Salah ELDin" userId="68850134-226f-4097-a9a8-787fd6814b0e" providerId="ADAL" clId="{413A41C2-4AE9-464D-8388-CF86B67ED8CF}" dt="2026-04-06T16:05:33.927" v="526" actId="1076"/>
          <ac:spMkLst>
            <pc:docMk/>
            <pc:sldMk cId="103547198" sldId="1409"/>
            <ac:spMk id="5" creationId="{4CDE95B1-FF40-9424-47CB-38B8DB9D25F5}"/>
          </ac:spMkLst>
        </pc:spChg>
        <pc:spChg chg="del topLvl">
          <ac:chgData name="Ahmed Salah ELDin" userId="68850134-226f-4097-a9a8-787fd6814b0e" providerId="ADAL" clId="{413A41C2-4AE9-464D-8388-CF86B67ED8CF}" dt="2026-04-06T15:59:53.600" v="312" actId="478"/>
          <ac:spMkLst>
            <pc:docMk/>
            <pc:sldMk cId="103547198" sldId="1409"/>
            <ac:spMk id="7" creationId="{261CEBF5-E63E-43D3-9552-8794C40CB80B}"/>
          </ac:spMkLst>
        </pc:spChg>
        <pc:spChg chg="del">
          <ac:chgData name="Ahmed Salah ELDin" userId="68850134-226f-4097-a9a8-787fd6814b0e" providerId="ADAL" clId="{413A41C2-4AE9-464D-8388-CF86B67ED8CF}" dt="2026-04-06T21:54:00.250" v="696" actId="478"/>
          <ac:spMkLst>
            <pc:docMk/>
            <pc:sldMk cId="103547198" sldId="1409"/>
            <ac:spMk id="7" creationId="{DD47655F-EE8D-30F5-7416-A53EBDE129CB}"/>
          </ac:spMkLst>
        </pc:spChg>
        <pc:spChg chg="topLvl">
          <ac:chgData name="Ahmed Salah ELDin" userId="68850134-226f-4097-a9a8-787fd6814b0e" providerId="ADAL" clId="{413A41C2-4AE9-464D-8388-CF86B67ED8CF}" dt="2026-04-06T15:59:53.600" v="312" actId="478"/>
          <ac:spMkLst>
            <pc:docMk/>
            <pc:sldMk cId="103547198" sldId="1409"/>
            <ac:spMk id="8" creationId="{5289D3D1-B426-4428-A6DD-C5D9C5C9430E}"/>
          </ac:spMkLst>
        </pc:spChg>
        <pc:spChg chg="add mod">
          <ac:chgData name="Ahmed Salah ELDin" userId="68850134-226f-4097-a9a8-787fd6814b0e" providerId="ADAL" clId="{413A41C2-4AE9-464D-8388-CF86B67ED8CF}" dt="2026-04-06T16:02:33.400" v="362" actId="20577"/>
          <ac:spMkLst>
            <pc:docMk/>
            <pc:sldMk cId="103547198" sldId="1409"/>
            <ac:spMk id="10" creationId="{C2F60A7D-13E4-F0E3-D17C-77430643D471}"/>
          </ac:spMkLst>
        </pc:spChg>
        <pc:grpChg chg="del">
          <ac:chgData name="Ahmed Salah ELDin" userId="68850134-226f-4097-a9a8-787fd6814b0e" providerId="ADAL" clId="{413A41C2-4AE9-464D-8388-CF86B67ED8CF}" dt="2026-04-06T15:59:53.600" v="312" actId="478"/>
          <ac:grpSpMkLst>
            <pc:docMk/>
            <pc:sldMk cId="103547198" sldId="1409"/>
            <ac:grpSpMk id="6" creationId="{BF99F383-D4D0-46FA-B1CF-5896C007EC7B}"/>
          </ac:grpSpMkLst>
        </pc:grpChg>
        <pc:grpChg chg="add mod">
          <ac:chgData name="Ahmed Salah ELDin" userId="68850134-226f-4097-a9a8-787fd6814b0e" providerId="ADAL" clId="{413A41C2-4AE9-464D-8388-CF86B67ED8CF}" dt="2026-04-06T16:07:48.689" v="542" actId="1076"/>
          <ac:grpSpMkLst>
            <pc:docMk/>
            <pc:sldMk cId="103547198" sldId="1409"/>
            <ac:grpSpMk id="11" creationId="{9389F52D-D4E9-AFD7-EEA4-3AD580498246}"/>
          </ac:grpSpMkLst>
        </pc:grpChg>
        <pc:graphicFrameChg chg="mod modGraphic">
          <ac:chgData name="Ahmed Salah ELDin" userId="68850134-226f-4097-a9a8-787fd6814b0e" providerId="ADAL" clId="{413A41C2-4AE9-464D-8388-CF86B67ED8CF}" dt="2026-04-06T21:54:02.557" v="697" actId="2164"/>
          <ac:graphicFrameMkLst>
            <pc:docMk/>
            <pc:sldMk cId="103547198" sldId="1409"/>
            <ac:graphicFrameMk id="2" creationId="{31EE38E2-8044-4E3D-8B41-93E8878AAF76}"/>
          </ac:graphicFrameMkLst>
        </pc:graphicFrameChg>
        <pc:picChg chg="add mod">
          <ac:chgData name="Ahmed Salah ELDin" userId="68850134-226f-4097-a9a8-787fd6814b0e" providerId="ADAL" clId="{413A41C2-4AE9-464D-8388-CF86B67ED8CF}" dt="2026-04-06T16:02:08.823" v="355"/>
          <ac:picMkLst>
            <pc:docMk/>
            <pc:sldMk cId="103547198" sldId="1409"/>
            <ac:picMk id="9" creationId="{C4B46F53-82E2-6B40-8360-9DE8F20CC321}"/>
          </ac:picMkLst>
        </pc:picChg>
      </pc:sldChg>
      <pc:sldChg chg="addSp delSp modSp add del mod delAnim">
        <pc:chgData name="Ahmed Salah ELDin" userId="68850134-226f-4097-a9a8-787fd6814b0e" providerId="ADAL" clId="{413A41C2-4AE9-464D-8388-CF86B67ED8CF}" dt="2026-04-06T21:41:56.894" v="685" actId="1076"/>
        <pc:sldMkLst>
          <pc:docMk/>
          <pc:sldMk cId="1831900521" sldId="1410"/>
        </pc:sldMkLst>
        <pc:spChg chg="del">
          <ac:chgData name="Ahmed Salah ELDin" userId="68850134-226f-4097-a9a8-787fd6814b0e" providerId="ADAL" clId="{413A41C2-4AE9-464D-8388-CF86B67ED8CF}" dt="2026-04-06T16:10:55.031" v="611" actId="478"/>
          <ac:spMkLst>
            <pc:docMk/>
            <pc:sldMk cId="1831900521" sldId="1410"/>
            <ac:spMk id="3" creationId="{DD0ED8DB-0FB3-949C-16A7-9DE8BE8F82F3}"/>
          </ac:spMkLst>
        </pc:spChg>
        <pc:spChg chg="mod">
          <ac:chgData name="Ahmed Salah ELDin" userId="68850134-226f-4097-a9a8-787fd6814b0e" providerId="ADAL" clId="{413A41C2-4AE9-464D-8388-CF86B67ED8CF}" dt="2026-04-06T21:41:56.894" v="685" actId="1076"/>
          <ac:spMkLst>
            <pc:docMk/>
            <pc:sldMk cId="1831900521" sldId="1410"/>
            <ac:spMk id="3" creationId="{E5C92E0C-F76F-F292-AFE1-365470FF6D76}"/>
          </ac:spMkLst>
        </pc:spChg>
        <pc:spChg chg="add mod">
          <ac:chgData name="Ahmed Salah ELDin" userId="68850134-226f-4097-a9a8-787fd6814b0e" providerId="ADAL" clId="{413A41C2-4AE9-464D-8388-CF86B67ED8CF}" dt="2026-04-06T16:09:59.831" v="547"/>
          <ac:spMkLst>
            <pc:docMk/>
            <pc:sldMk cId="1831900521" sldId="1410"/>
            <ac:spMk id="5" creationId="{26A297C6-9E0C-174B-9F6C-3C12FD31AC88}"/>
          </ac:spMkLst>
        </pc:spChg>
        <pc:grpChg chg="del">
          <ac:chgData name="Ahmed Salah ELDin" userId="68850134-226f-4097-a9a8-787fd6814b0e" providerId="ADAL" clId="{413A41C2-4AE9-464D-8388-CF86B67ED8CF}" dt="2026-04-06T16:09:53.616" v="546" actId="478"/>
          <ac:grpSpMkLst>
            <pc:docMk/>
            <pc:sldMk cId="1831900521" sldId="1410"/>
            <ac:grpSpMk id="6" creationId="{BF99F383-D4D0-46FA-B1CF-5896C007EC7B}"/>
          </ac:grpSpMkLst>
        </pc:grpChg>
        <pc:graphicFrameChg chg="modGraphic">
          <ac:chgData name="Ahmed Salah ELDin" userId="68850134-226f-4097-a9a8-787fd6814b0e" providerId="ADAL" clId="{413A41C2-4AE9-464D-8388-CF86B67ED8CF}" dt="2026-04-06T18:46:30.450" v="676" actId="20577"/>
          <ac:graphicFrameMkLst>
            <pc:docMk/>
            <pc:sldMk cId="1831900521" sldId="1410"/>
            <ac:graphicFrameMk id="2" creationId="{31EE38E2-8044-4E3D-8B41-93E8878AAF76}"/>
          </ac:graphicFrameMkLst>
        </pc:graphicFrameChg>
        <pc:picChg chg="add mod">
          <ac:chgData name="Ahmed Salah ELDin" userId="68850134-226f-4097-a9a8-787fd6814b0e" providerId="ADAL" clId="{413A41C2-4AE9-464D-8388-CF86B67ED8CF}" dt="2026-04-06T16:09:59.831" v="547"/>
          <ac:picMkLst>
            <pc:docMk/>
            <pc:sldMk cId="1831900521" sldId="1410"/>
            <ac:picMk id="4" creationId="{D20CC6CD-48DC-C2C1-96D0-4ECDF3380725}"/>
          </ac:picMkLst>
        </pc:picChg>
      </pc:sldChg>
      <pc:sldChg chg="modSp add mod modAnim">
        <pc:chgData name="Ahmed Salah ELDin" userId="68850134-226f-4097-a9a8-787fd6814b0e" providerId="ADAL" clId="{413A41C2-4AE9-464D-8388-CF86B67ED8CF}" dt="2026-04-06T16:13:43.601" v="659"/>
        <pc:sldMkLst>
          <pc:docMk/>
          <pc:sldMk cId="2681062262" sldId="1411"/>
        </pc:sldMkLst>
        <pc:spChg chg="mod">
          <ac:chgData name="Ahmed Salah ELDin" userId="68850134-226f-4097-a9a8-787fd6814b0e" providerId="ADAL" clId="{413A41C2-4AE9-464D-8388-CF86B67ED8CF}" dt="2026-04-06T16:12:05.593" v="631" actId="20577"/>
          <ac:spMkLst>
            <pc:docMk/>
            <pc:sldMk cId="2681062262" sldId="1411"/>
            <ac:spMk id="2" creationId="{74A9ABEE-A81A-001D-0799-FBF967E308B1}"/>
          </ac:spMkLst>
        </pc:spChg>
        <pc:spChg chg="mod">
          <ac:chgData name="Ahmed Salah ELDin" userId="68850134-226f-4097-a9a8-787fd6814b0e" providerId="ADAL" clId="{413A41C2-4AE9-464D-8388-CF86B67ED8CF}" dt="2026-04-06T16:13:37.865" v="658" actId="20577"/>
          <ac:spMkLst>
            <pc:docMk/>
            <pc:sldMk cId="2681062262" sldId="1411"/>
            <ac:spMk id="8" creationId="{3C3FD263-8F33-5D55-60B3-56D185598597}"/>
          </ac:spMkLst>
        </pc:spChg>
      </pc:sldChg>
      <pc:sldChg chg="addSp delSp modSp add mod addAnim delAnim">
        <pc:chgData name="Ahmed Salah ELDin" userId="68850134-226f-4097-a9a8-787fd6814b0e" providerId="ADAL" clId="{413A41C2-4AE9-464D-8388-CF86B67ED8CF}" dt="2026-04-06T22:27:03.297" v="736"/>
        <pc:sldMkLst>
          <pc:docMk/>
          <pc:sldMk cId="2132730441" sldId="1412"/>
        </pc:sldMkLst>
        <pc:spChg chg="del">
          <ac:chgData name="Ahmed Salah ELDin" userId="68850134-226f-4097-a9a8-787fd6814b0e" providerId="ADAL" clId="{413A41C2-4AE9-464D-8388-CF86B67ED8CF}" dt="2026-04-06T21:53:27.643" v="687" actId="478"/>
          <ac:spMkLst>
            <pc:docMk/>
            <pc:sldMk cId="2132730441" sldId="1412"/>
            <ac:spMk id="3" creationId="{32DA8E9E-F5A0-FBCA-BCF9-B7618016D991}"/>
          </ac:spMkLst>
        </pc:spChg>
        <pc:spChg chg="del">
          <ac:chgData name="Ahmed Salah ELDin" userId="68850134-226f-4097-a9a8-787fd6814b0e" providerId="ADAL" clId="{413A41C2-4AE9-464D-8388-CF86B67ED8CF}" dt="2026-04-06T21:53:28.315" v="688" actId="478"/>
          <ac:spMkLst>
            <pc:docMk/>
            <pc:sldMk cId="2132730441" sldId="1412"/>
            <ac:spMk id="6" creationId="{454F6D34-48DC-967B-7C48-92CCF2986924}"/>
          </ac:spMkLst>
        </pc:spChg>
        <pc:spChg chg="add del mod">
          <ac:chgData name="Ahmed Salah ELDin" userId="68850134-226f-4097-a9a8-787fd6814b0e" providerId="ADAL" clId="{413A41C2-4AE9-464D-8388-CF86B67ED8CF}" dt="2026-04-06T22:26:45.028" v="729" actId="1076"/>
          <ac:spMkLst>
            <pc:docMk/>
            <pc:sldMk cId="2132730441" sldId="1412"/>
            <ac:spMk id="7" creationId="{48F9FDA3-E8EB-ECB3-945A-7E96190848FA}"/>
          </ac:spMkLst>
        </pc:spChg>
        <pc:grpChg chg="del">
          <ac:chgData name="Ahmed Salah ELDin" userId="68850134-226f-4097-a9a8-787fd6814b0e" providerId="ADAL" clId="{413A41C2-4AE9-464D-8388-CF86B67ED8CF}" dt="2026-04-06T21:53:57.928" v="695" actId="478"/>
          <ac:grpSpMkLst>
            <pc:docMk/>
            <pc:sldMk cId="2132730441" sldId="1412"/>
            <ac:grpSpMk id="11" creationId="{F07A7B1D-FE46-343A-B5BA-A5EB246A6148}"/>
          </ac:grpSpMkLst>
        </pc:grpChg>
        <pc:graphicFrameChg chg="mod modGraphic">
          <ac:chgData name="Ahmed Salah ELDin" userId="68850134-226f-4097-a9a8-787fd6814b0e" providerId="ADAL" clId="{413A41C2-4AE9-464D-8388-CF86B67ED8CF}" dt="2026-04-06T22:27:03.297" v="736"/>
          <ac:graphicFrameMkLst>
            <pc:docMk/>
            <pc:sldMk cId="2132730441" sldId="1412"/>
            <ac:graphicFrameMk id="2" creationId="{C67C4D53-1103-A4DC-B8E8-D32ABF41212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79AE1-B93F-4A1F-8A71-9EB2437A3575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90443-8489-4E59-8D81-B08C9ACD54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0907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5657BD-3846-4756-B00D-D4C88EC31D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68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4676-B882-979D-95F6-C90C76AEE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99762-A1E7-567F-FF0A-65F30ACD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74EFF-8F68-2D0A-1C70-1860542F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17E2F-176E-4F3F-16FF-2FA931A4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CD5D4-D3BC-2B58-AD1D-8B5F8A41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339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F3B6-AC69-5596-936E-33ED29C3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6747C-6055-F98C-7B3E-F13A16D0F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305F7-FB8F-B455-7B70-51D25DEB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2C89C-45B6-C70C-F5ED-D6842F6D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AEE0D-D634-D7B9-DB1C-CBFAB4B4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8217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45DBA-7958-75EF-3457-AF9320FF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552D4-D3B6-DB09-24CD-20E9561DE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E7084-345B-AAAF-CCB1-1CEE8EB3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BD1EF-4440-D891-5C42-766488E5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55CB-CE56-1094-4140-F6212FC3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572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D7EA-5594-49BC-03DF-84C2BD4D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316D0-6F9F-0D77-86FF-4C6AC098E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748AE-ECBA-D9E5-88DE-DBF84BE8B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AAA9C-F6E2-685C-CD86-CFEA2F62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27231-B134-F59C-C321-AD49AD55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C514C-62A6-E585-640E-9B30C6D4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70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79E6-DF69-E807-C8CD-D4E66CB7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D27EB-ACCD-814A-181F-25644877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81087-A358-B1D2-95B7-365F274DA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63CFE-3370-CD76-E908-692A70729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88852-A2B6-C962-23BE-6CDCC2E24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F26D5-7E72-EA5D-5896-18A79CC7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68ACF-F697-A7DC-7DCF-BBDEAC4B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520D6-38EC-261F-E68E-0C81405D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9321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813A6-253A-3DFE-2E0D-20BFDEF46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12E4E-3315-EA78-4BB2-0BE441199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8E381-9D98-E136-3549-B2970448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78F55-C2CE-DAE1-7B49-833EBEB1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3683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BB92E8-1471-9A0D-3E46-D41104017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3B530-E317-2B8E-74F2-E7E81597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2C484-9F59-53BB-63CF-765141F1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3734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A048-714B-3B39-1317-8D86B513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1C2F-9B20-D09C-7441-A03738DFF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589D8-6D3A-91F6-3F5B-F23A328F5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FF892-EF1D-F133-E925-DC59BB5C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2E9AC-2C0F-4F16-E742-D9840C9B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CFFE7-F82A-E720-245E-E053042D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423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F41B-BB25-EB8D-0BEA-D090DD29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E2FCD-4947-59E9-DEEA-AF92848CE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34FDB-19C0-5682-4136-CFB63EEE9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E5766-16E6-F6CE-CF44-1CB9D6A5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E09E4-550E-E9BB-FAE5-E5687803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3E89-C496-1058-B73B-B0BCE8ED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0622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DD62-3186-E32E-990C-06E23F15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71A68-CBF1-8235-7C07-41697B362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C0C54-5477-955A-5900-613298D6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D77AE-185A-106A-5C47-2458B87A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3A80-5384-3967-2D03-FFB29A97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3811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5536E-A7B5-439F-40D2-6C035585E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AC9CB-A843-FEDA-B8EB-1EEF3E3A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2D8B-EA05-BD1D-B13E-21BB07DB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19457-04E3-A346-42B2-C497B55E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1F709-F375-9C9D-69A7-7BE026A4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4718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195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25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29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51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84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6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32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839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68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1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60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51167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16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14068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928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79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745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512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02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153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9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360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30464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718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14960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630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105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207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7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61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210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71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3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7AE5F-A4DF-7D3F-F81D-C23A132A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30D9A-D1C0-7C4B-2A0D-4D7373C98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4F6A-7A89-0CF6-D537-487014E22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F89E9-80CE-42C9-835E-813F28317DDC}" type="datetimeFigureOut">
              <a:rPr lang="en-AE" smtClean="0"/>
              <a:t>07/04/2026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AEC5F-9880-F4C9-DCE8-C08915E75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467E-0428-0E50-AD6C-95B5ECF61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34247-1FF9-4019-AE87-0F676CD3A2E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6759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46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3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2/24/2026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Computer Vision- Spring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4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gle/g8YXjfQRHG6KpGU87" TargetMode="Externa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1%20Time%20Teller/Time%20Teller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Relationship Id="rId6" Type="http://schemas.openxmlformats.org/officeDocument/2006/relationships/hyperlink" Target="4%20Detection%20and%20Recognition%20of%20Egyptian%20National%20ID/Detection%20and%20recognition%20of%20Egyptian%20National%20ID.pdf" TargetMode="External"/><Relationship Id="rId5" Type="http://schemas.openxmlformats.org/officeDocument/2006/relationships/hyperlink" Target="3%20Road%20Signs%20Detection%20and%20Recognition/Road%20signs%20detection%20and%20recognition.pdf" TargetMode="External"/><Relationship Id="rId4" Type="http://schemas.openxmlformats.org/officeDocument/2006/relationships/hyperlink" Target="2%20Shooting%20Target%20Score/Shooting%20Target%20Score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1DBC-1F1C-414C-8342-0574D1C186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SCO421</a:t>
            </a:r>
            <a:r>
              <a:rPr lang="en-US" sz="5400" dirty="0"/>
              <a:t>:</a:t>
            </a:r>
            <a:r>
              <a:rPr lang="en-US" sz="6600" dirty="0"/>
              <a:t> </a:t>
            </a:r>
            <a:r>
              <a:rPr lang="en-US" sz="6600" b="1" dirty="0"/>
              <a:t>Computer Vision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2401-B8F5-462B-B597-F62C1FD10E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PROJECTS </a:t>
            </a:r>
          </a:p>
        </p:txBody>
      </p:sp>
    </p:spTree>
    <p:extLst>
      <p:ext uri="{BB962C8B-B14F-4D97-AF65-F5344CB8AC3E}">
        <p14:creationId xmlns:p14="http://schemas.microsoft.com/office/powerpoint/2010/main" val="287313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06BE-8726-8CAC-70DC-41C586CA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TLAB logo and symbol, meaning, history, PNG">
            <a:extLst>
              <a:ext uri="{FF2B5EF4-FFF2-40B4-BE49-F238E27FC236}">
                <a16:creationId xmlns:a16="http://schemas.microsoft.com/office/drawing/2014/main" id="{8D77A787-0D29-13B1-365B-C0045C853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222F14-D736-9130-0DEA-8010F089315E}"/>
              </a:ext>
            </a:extLst>
          </p:cNvPr>
          <p:cNvSpPr txBox="1">
            <a:spLocks/>
          </p:cNvSpPr>
          <p:nvPr/>
        </p:nvSpPr>
        <p:spPr>
          <a:xfrm>
            <a:off x="0" y="1143000"/>
            <a:ext cx="11208803" cy="546369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lang="en-US" sz="3200" b="1" dirty="0">
                <a:solidFill>
                  <a:srgbClr val="FF0000"/>
                </a:solidFill>
                <a:latin typeface="Calibri" panose="020F0502020204030204"/>
              </a:rPr>
              <a:t>T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eam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MATLAB</a:t>
            </a:r>
          </a:p>
          <a:p>
            <a:pPr marL="914400" marR="0" lvl="1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one idea </a:t>
            </a:r>
          </a:p>
          <a:p>
            <a:pPr marL="914400" marR="0" lvl="1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 using the two approaches (hand-crafted vs. data-driven)</a:t>
            </a:r>
          </a:p>
          <a:p>
            <a:pPr marL="914400" marR="0" lvl="1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 Evaluation:		[80%]</a:t>
            </a:r>
          </a:p>
          <a:p>
            <a:pPr marL="1097280" marR="0" lvl="2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two approaches on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existing DB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(s) &amp;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results</a:t>
            </a:r>
          </a:p>
          <a:p>
            <a:pPr marL="914400" marR="0" lvl="1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Scenario Evaluation:		[20%]</a:t>
            </a:r>
          </a:p>
          <a:p>
            <a:pPr marL="1097280" marR="0" lvl="2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Calibri" pitchFamily="34" charset="0"/>
              <a:buChar char="◦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 using your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 data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simple but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real application GUI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0BD0B-40FB-EEDA-5403-00DB4C45BC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BIG PICTURE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3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0" y="1296237"/>
            <a:ext cx="11224009" cy="55613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1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Chose </a:t>
            </a:r>
            <a:r>
              <a:rPr kumimoji="0" lang="en-US" sz="31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filling </a:t>
            </a:r>
            <a:r>
              <a:rPr kumimoji="0" lang="en-US" sz="317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this form</a:t>
            </a:r>
            <a:endParaRPr kumimoji="0" lang="en-US" sz="317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77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TO: </a:t>
            </a:r>
            <a:r>
              <a:rPr kumimoji="0" lang="en-US" sz="2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WED 8 APR 23:59 </a:t>
            </a:r>
            <a:r>
              <a:rPr kumimoji="0" lang="en-US" sz="2774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isA</a:t>
            </a:r>
            <a:endParaRPr kumimoji="0" lang="en-US" sz="277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Prioritized Wishes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Max: 5 Teams per Idea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Selection Criteria: Team Marks (Ass1 &amp; MT)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774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DUE TO: </a:t>
            </a:r>
            <a:r>
              <a:rPr kumimoji="0" lang="en-US" sz="2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 of Week#12 (~3 Weeks)</a:t>
            </a:r>
          </a:p>
          <a:p>
            <a:pPr lvl="1">
              <a:lnSpc>
                <a:spcPct val="150000"/>
              </a:lnSpc>
              <a:defRPr/>
            </a:pPr>
            <a:r>
              <a:rPr lang="en-US" b="1" dirty="0">
                <a:solidFill>
                  <a:srgbClr val="FF0000"/>
                </a:solidFill>
              </a:rPr>
              <a:t>ONE-MEMBER</a:t>
            </a:r>
            <a:r>
              <a:rPr lang="en-US" sz="2400" b="1" dirty="0"/>
              <a:t> teams </a:t>
            </a:r>
            <a:r>
              <a:rPr lang="en-US" sz="2400" dirty="0"/>
              <a:t>are asked to implement &amp; deliver the "</a:t>
            </a:r>
            <a:r>
              <a:rPr lang="en-US" sz="2400" b="1" dirty="0"/>
              <a:t>Technology Evaluation" of </a:t>
            </a:r>
            <a:r>
              <a:rPr lang="en-US" sz="2400" dirty="0"/>
              <a:t>"</a:t>
            </a:r>
            <a:r>
              <a:rPr lang="en-US" sz="2400" b="1" dirty="0"/>
              <a:t>Hand-Crafted Approach" ONLY </a:t>
            </a:r>
            <a:endParaRPr kumimoji="0" lang="en-US" sz="277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00B69-A883-4ADF-AA09-5CE596D71A68}"/>
              </a:ext>
            </a:extLst>
          </p:cNvPr>
          <p:cNvSpPr txBox="1"/>
          <p:nvPr/>
        </p:nvSpPr>
        <p:spPr>
          <a:xfrm>
            <a:off x="7290079" y="3892003"/>
            <a:ext cx="3761431" cy="85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 Credit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with best accuracy </a:t>
            </a:r>
          </a:p>
        </p:txBody>
      </p:sp>
      <p:pic>
        <p:nvPicPr>
          <p:cNvPr id="2" name="Picture 2" descr="MATLAB logo and symbol, meaning, history, PNG">
            <a:extLst>
              <a:ext uri="{FF2B5EF4-FFF2-40B4-BE49-F238E27FC236}">
                <a16:creationId xmlns:a16="http://schemas.microsoft.com/office/drawing/2014/main" id="{CF4A3367-7167-951D-EF46-51E0BC05C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C4271B-121C-8921-C7FC-BAB034B242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LOGISTICS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4B9EF-AFC7-CEDE-7339-1304646DC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655" y="1296237"/>
            <a:ext cx="1548285" cy="154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4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1">
            <a:extLst>
              <a:ext uri="{FF2B5EF4-FFF2-40B4-BE49-F238E27FC236}">
                <a16:creationId xmlns:a16="http://schemas.microsoft.com/office/drawing/2014/main" id="{5289D3D1-B426-4428-A6DD-C5D9C5C94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909" y="1143263"/>
            <a:ext cx="876199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1EE38E2-8044-4E3D-8B41-93E8878AA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173403"/>
              </p:ext>
            </p:extLst>
          </p:nvPr>
        </p:nvGraphicFramePr>
        <p:xfrm>
          <a:off x="0" y="1049484"/>
          <a:ext cx="11274251" cy="410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478">
                  <a:extLst>
                    <a:ext uri="{9D8B030D-6E8A-4147-A177-3AD203B41FA5}">
                      <a16:colId xmlns:a16="http://schemas.microsoft.com/office/drawing/2014/main" val="1954463666"/>
                    </a:ext>
                  </a:extLst>
                </a:gridCol>
                <a:gridCol w="8333773">
                  <a:extLst>
                    <a:ext uri="{9D8B030D-6E8A-4147-A177-3AD203B41FA5}">
                      <a16:colId xmlns:a16="http://schemas.microsoft.com/office/drawing/2014/main" val="802537961"/>
                    </a:ext>
                  </a:extLst>
                </a:gridCol>
                <a:gridCol w="1239000">
                  <a:extLst>
                    <a:ext uri="{9D8B030D-6E8A-4147-A177-3AD203B41FA5}">
                      <a16:colId xmlns:a16="http://schemas.microsoft.com/office/drawing/2014/main" val="163031286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3600" b="1" dirty="0"/>
                        <a:t>Technology Evaluation </a:t>
                      </a:r>
                    </a:p>
                  </a:txBody>
                  <a:tcPr marL="0" marR="0" marT="90591" marB="9059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6140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</a:p>
                  </a:txBody>
                  <a:tcPr marL="0" marR="0" marT="90591" marB="90591"/>
                </a:tc>
                <a:extLst>
                  <a:ext uri="{0D108BD9-81ED-4DB2-BD59-A6C34878D82A}">
                    <a16:rowId xmlns:a16="http://schemas.microsoft.com/office/drawing/2014/main" val="3633374253"/>
                  </a:ext>
                </a:extLst>
              </a:tr>
              <a:tr h="1144094">
                <a:tc>
                  <a:txBody>
                    <a:bodyPr/>
                    <a:lstStyle/>
                    <a:p>
                      <a:r>
                        <a:rPr lang="en-US" sz="2800" b="1" dirty="0"/>
                        <a:t>1) Hand-Crafted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Preprocessing &amp; Segmentation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Feature Extraction &amp; Matching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TESTING: </a:t>
                      </a:r>
                      <a:r>
                        <a:rPr lang="en-US" sz="2200" b="1" dirty="0">
                          <a:solidFill>
                            <a:srgbClr val="00B050"/>
                          </a:solidFill>
                        </a:rPr>
                        <a:t>SEEN</a:t>
                      </a:r>
                      <a:r>
                        <a:rPr lang="en-US" sz="2200" dirty="0"/>
                        <a:t> Cases &amp; 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UNSEEN</a:t>
                      </a:r>
                      <a:r>
                        <a:rPr lang="en-US" sz="2200" b="1" dirty="0"/>
                        <a:t> </a:t>
                      </a:r>
                      <a:r>
                        <a:rPr lang="en-US" sz="2200" dirty="0"/>
                        <a:t>Cases</a:t>
                      </a: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40%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1143981138"/>
                  </a:ext>
                </a:extLst>
              </a:tr>
              <a:tr h="833287">
                <a:tc>
                  <a:txBody>
                    <a:bodyPr/>
                    <a:lstStyle/>
                    <a:p>
                      <a:r>
                        <a:rPr lang="en-US" sz="2800" b="1" dirty="0"/>
                        <a:t>2) Data-Driven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Select a dataset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/>
                        <a:t>Apply one of the following methods:</a:t>
                      </a:r>
                    </a:p>
                    <a:p>
                      <a:pPr marL="914400" lvl="1" indent="-457200">
                        <a:buFont typeface="+mj-lt"/>
                        <a:buAutoNum type="arabicPeriod"/>
                      </a:pPr>
                      <a:r>
                        <a:rPr lang="en-US" sz="2200" dirty="0"/>
                        <a:t>Build a model from scratch</a:t>
                      </a:r>
                    </a:p>
                    <a:p>
                      <a:pPr marL="914400" lvl="1" indent="-457200">
                        <a:buFont typeface="+mj-lt"/>
                        <a:buAutoNum type="arabicPeriod"/>
                      </a:pPr>
                      <a:r>
                        <a:rPr lang="en-US" sz="2200" dirty="0"/>
                        <a:t>Transfer-learning an existing model</a:t>
                      </a:r>
                    </a:p>
                    <a:p>
                      <a:pPr marL="914400" lvl="1" indent="-457200">
                        <a:buFont typeface="+mj-lt"/>
                        <a:buAutoNum type="arabicPeriod"/>
                      </a:pPr>
                      <a:r>
                        <a:rPr lang="en-US" sz="2200" dirty="0"/>
                        <a:t>Fine-tune and existing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TESTING: </a:t>
                      </a:r>
                      <a:r>
                        <a:rPr lang="en-US" sz="2200" b="1" dirty="0">
                          <a:solidFill>
                            <a:srgbClr val="00B050"/>
                          </a:solidFill>
                        </a:rPr>
                        <a:t>SEEN</a:t>
                      </a:r>
                      <a:r>
                        <a:rPr lang="en-US" sz="2200" dirty="0"/>
                        <a:t> Cases &amp; 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UNSEEN</a:t>
                      </a:r>
                      <a:r>
                        <a:rPr lang="en-US" sz="2200" b="1" dirty="0"/>
                        <a:t> </a:t>
                      </a:r>
                      <a:r>
                        <a:rPr lang="en-US" sz="2200" dirty="0"/>
                        <a:t>Cases</a:t>
                      </a: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20%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73286903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9389F52D-D4E9-AFD7-EEA4-3AD580498246}"/>
              </a:ext>
            </a:extLst>
          </p:cNvPr>
          <p:cNvGrpSpPr/>
          <p:nvPr/>
        </p:nvGrpSpPr>
        <p:grpSpPr>
          <a:xfrm>
            <a:off x="6672998" y="4087288"/>
            <a:ext cx="3304379" cy="612000"/>
            <a:chOff x="7656846" y="4843304"/>
            <a:chExt cx="3304379" cy="612000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2FAC4A07-B2A2-45E3-9C77-6681465B8371}"/>
                </a:ext>
              </a:extLst>
            </p:cNvPr>
            <p:cNvSpPr/>
            <p:nvPr/>
          </p:nvSpPr>
          <p:spPr>
            <a:xfrm>
              <a:off x="7656846" y="4843304"/>
              <a:ext cx="140677" cy="612000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DE95B1-FF40-9424-47CB-38B8DB9D25F5}"/>
                </a:ext>
              </a:extLst>
            </p:cNvPr>
            <p:cNvSpPr txBox="1"/>
            <p:nvPr/>
          </p:nvSpPr>
          <p:spPr>
            <a:xfrm>
              <a:off x="7797523" y="4917320"/>
              <a:ext cx="31637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Results </a:t>
              </a:r>
              <a:r>
                <a:rPr lang="en-US" sz="2000" b="1" dirty="0">
                  <a:solidFill>
                    <a:srgbClr val="FF0000"/>
                  </a:solidFill>
                </a:rPr>
                <a:t>MUST</a:t>
              </a:r>
              <a:r>
                <a:rPr lang="en-US" sz="2000" b="1" dirty="0"/>
                <a:t> be Enhanced</a:t>
              </a:r>
              <a:endParaRPr lang="en-AE" sz="2000" b="1" dirty="0"/>
            </a:p>
          </p:txBody>
        </p:sp>
      </p:grpSp>
      <p:pic>
        <p:nvPicPr>
          <p:cNvPr id="9" name="Picture 2" descr="MATLAB logo and symbol, meaning, history, PNG">
            <a:extLst>
              <a:ext uri="{FF2B5EF4-FFF2-40B4-BE49-F238E27FC236}">
                <a16:creationId xmlns:a16="http://schemas.microsoft.com/office/drawing/2014/main" id="{C4B46F53-82E2-6B40-8360-9DE8F20CC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F60A7D-13E4-F0E3-D17C-77430643D4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DETAILS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2602D-6D4C-7582-9F76-F2AC5E5BCF7E}"/>
              </a:ext>
            </a:extLst>
          </p:cNvPr>
          <p:cNvSpPr/>
          <p:nvPr/>
        </p:nvSpPr>
        <p:spPr>
          <a:xfrm>
            <a:off x="0" y="1788607"/>
            <a:ext cx="11274251" cy="1125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D6721-A30E-D84D-BB56-2700A52AC3D7}"/>
              </a:ext>
            </a:extLst>
          </p:cNvPr>
          <p:cNvSpPr/>
          <p:nvPr/>
        </p:nvSpPr>
        <p:spPr>
          <a:xfrm>
            <a:off x="0" y="2914020"/>
            <a:ext cx="11274251" cy="222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33DAC-E73B-7225-EE3E-55A0CCDBCEAA}"/>
              </a:ext>
            </a:extLst>
          </p:cNvPr>
          <p:cNvSpPr/>
          <p:nvPr/>
        </p:nvSpPr>
        <p:spPr>
          <a:xfrm>
            <a:off x="0" y="1788607"/>
            <a:ext cx="11274251" cy="1125412"/>
          </a:xfrm>
          <a:prstGeom prst="rect">
            <a:avLst/>
          </a:prstGeom>
          <a:solidFill>
            <a:srgbClr val="FFFFFF">
              <a:alpha val="8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</a:rPr>
              <a:t>ONE-MEMBER TEAMS ARE ASKED TO DELIVER THIS PART ONLY</a:t>
            </a:r>
            <a:endParaRPr lang="en-AE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4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7148-0DC6-2FA9-CB04-51DF5B83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1">
            <a:extLst>
              <a:ext uri="{FF2B5EF4-FFF2-40B4-BE49-F238E27FC236}">
                <a16:creationId xmlns:a16="http://schemas.microsoft.com/office/drawing/2014/main" id="{9455B1B2-6EF5-1F06-7A38-E34FC2950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909" y="1143263"/>
            <a:ext cx="876199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3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67C4D53-1103-A4DC-B8E8-D32ABF412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97946"/>
              </p:ext>
            </p:extLst>
          </p:nvPr>
        </p:nvGraphicFramePr>
        <p:xfrm>
          <a:off x="0" y="1049484"/>
          <a:ext cx="11274251" cy="4846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478">
                  <a:extLst>
                    <a:ext uri="{9D8B030D-6E8A-4147-A177-3AD203B41FA5}">
                      <a16:colId xmlns:a16="http://schemas.microsoft.com/office/drawing/2014/main" val="1954463666"/>
                    </a:ext>
                  </a:extLst>
                </a:gridCol>
                <a:gridCol w="8333773">
                  <a:extLst>
                    <a:ext uri="{9D8B030D-6E8A-4147-A177-3AD203B41FA5}">
                      <a16:colId xmlns:a16="http://schemas.microsoft.com/office/drawing/2014/main" val="802537961"/>
                    </a:ext>
                  </a:extLst>
                </a:gridCol>
                <a:gridCol w="1239000">
                  <a:extLst>
                    <a:ext uri="{9D8B030D-6E8A-4147-A177-3AD203B41FA5}">
                      <a16:colId xmlns:a16="http://schemas.microsoft.com/office/drawing/2014/main" val="163031286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3600" b="1" dirty="0"/>
                        <a:t>Technology Evaluation </a:t>
                      </a:r>
                    </a:p>
                  </a:txBody>
                  <a:tcPr marL="0" marR="0" marT="90591" marB="9059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6140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</a:p>
                  </a:txBody>
                  <a:tcPr marL="0" marR="0" marT="90591" marB="90591"/>
                </a:tc>
                <a:extLst>
                  <a:ext uri="{0D108BD9-81ED-4DB2-BD59-A6C34878D82A}">
                    <a16:rowId xmlns:a16="http://schemas.microsoft.com/office/drawing/2014/main" val="3633374253"/>
                  </a:ext>
                </a:extLst>
              </a:tr>
              <a:tr h="833287">
                <a:tc>
                  <a:txBody>
                    <a:bodyPr/>
                    <a:lstStyle/>
                    <a:p>
                      <a:r>
                        <a:rPr lang="en-US" sz="2800" b="1" dirty="0"/>
                        <a:t>GUI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BROWSE 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single image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apply the algorithm/model and display the output</a:t>
                      </a:r>
                      <a:endParaRPr lang="en-AE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BROWSE </a:t>
                      </a:r>
                      <a:r>
                        <a:rPr lang="en-US" sz="2400" b="1" u="sng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SEEN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test cases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apply the algorithm/model on 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each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image and display its output</a:t>
                      </a:r>
                    </a:p>
                    <a:p>
                      <a:pPr marL="342900" lvl="0" indent="-342900" rtl="0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ACQUIRE image from camera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apply the algorithm/model and display the output</a:t>
                      </a:r>
                      <a:endParaRPr lang="en-AE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rgbClr val="FF0000"/>
                          </a:solidFill>
                        </a:rPr>
                        <a:t>MANDATORY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73286903"/>
                  </a:ext>
                </a:extLst>
              </a:tr>
              <a:tr h="894369">
                <a:tc>
                  <a:txBody>
                    <a:bodyPr/>
                    <a:lstStyle/>
                    <a:p>
                      <a:r>
                        <a:rPr lang="en-US" sz="2800" b="1" dirty="0"/>
                        <a:t>Document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/>
                        <a:t>Hand-Crafted: </a:t>
                      </a:r>
                      <a:r>
                        <a:rPr lang="en-US" sz="2200" dirty="0"/>
                        <a:t>Briefly describe the steps &amp; used algorithms/methods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1" dirty="0"/>
                        <a:t>Data-Driven: </a:t>
                      </a:r>
                      <a:r>
                        <a:rPr lang="en-US" sz="2200" dirty="0"/>
                        <a:t>Briefly describe the used model &amp; method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1" dirty="0"/>
                        <a:t>Results: </a:t>
                      </a:r>
                      <a:r>
                        <a:rPr lang="en-US" sz="2200" dirty="0"/>
                        <a:t>Compare two approaches on </a:t>
                      </a:r>
                      <a:r>
                        <a:rPr lang="en-US" sz="2200" b="1" dirty="0">
                          <a:solidFill>
                            <a:srgbClr val="00B050"/>
                          </a:solidFill>
                        </a:rPr>
                        <a:t>SEEN</a:t>
                      </a:r>
                      <a:r>
                        <a:rPr lang="en-US" sz="2200" dirty="0"/>
                        <a:t> Cases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200" dirty="0"/>
                        <a:t>                    Compare results before and after transfer-learn/fine-tune </a:t>
                      </a: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20%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2736145654"/>
                  </a:ext>
                </a:extLst>
              </a:tr>
            </a:tbl>
          </a:graphicData>
        </a:graphic>
      </p:graphicFrame>
      <p:pic>
        <p:nvPicPr>
          <p:cNvPr id="9" name="Picture 2" descr="MATLAB logo and symbol, meaning, history, PNG">
            <a:extLst>
              <a:ext uri="{FF2B5EF4-FFF2-40B4-BE49-F238E27FC236}">
                <a16:creationId xmlns:a16="http://schemas.microsoft.com/office/drawing/2014/main" id="{70F3E73F-DA2D-8D2C-F5EE-2BE97ACEB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831DCD-8F27-21E5-3C72-4A0D2E75DE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DETAILS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9FDA3-E8EB-ECB3-945A-7E96190848FA}"/>
              </a:ext>
            </a:extLst>
          </p:cNvPr>
          <p:cNvSpPr/>
          <p:nvPr/>
        </p:nvSpPr>
        <p:spPr>
          <a:xfrm>
            <a:off x="0" y="4257566"/>
            <a:ext cx="11274251" cy="1638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3273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1EE38E2-8044-4E3D-8B41-93E8878AA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50698"/>
              </p:ext>
            </p:extLst>
          </p:nvPr>
        </p:nvGraphicFramePr>
        <p:xfrm>
          <a:off x="0" y="1025326"/>
          <a:ext cx="11264202" cy="2860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892">
                  <a:extLst>
                    <a:ext uri="{9D8B030D-6E8A-4147-A177-3AD203B41FA5}">
                      <a16:colId xmlns:a16="http://schemas.microsoft.com/office/drawing/2014/main" val="1954463666"/>
                    </a:ext>
                  </a:extLst>
                </a:gridCol>
                <a:gridCol w="6465797">
                  <a:extLst>
                    <a:ext uri="{9D8B030D-6E8A-4147-A177-3AD203B41FA5}">
                      <a16:colId xmlns:a16="http://schemas.microsoft.com/office/drawing/2014/main" val="802537961"/>
                    </a:ext>
                  </a:extLst>
                </a:gridCol>
                <a:gridCol w="1703513">
                  <a:extLst>
                    <a:ext uri="{9D8B030D-6E8A-4147-A177-3AD203B41FA5}">
                      <a16:colId xmlns:a16="http://schemas.microsoft.com/office/drawing/2014/main" val="1630312860"/>
                    </a:ext>
                  </a:extLst>
                </a:gridCol>
              </a:tblGrid>
              <a:tr h="213165">
                <a:tc gridSpan="2">
                  <a:txBody>
                    <a:bodyPr/>
                    <a:lstStyle/>
                    <a:p>
                      <a:r>
                        <a:rPr lang="en-US" sz="3600" b="1" dirty="0"/>
                        <a:t>Scenario Evaluation (GUI App)</a:t>
                      </a:r>
                    </a:p>
                  </a:txBody>
                  <a:tcPr marL="0" marR="0" marT="90591" marB="9059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20%</a:t>
                      </a:r>
                    </a:p>
                  </a:txBody>
                  <a:tcPr marL="0" marR="0" marT="90591" marB="90591"/>
                </a:tc>
                <a:extLst>
                  <a:ext uri="{0D108BD9-81ED-4DB2-BD59-A6C34878D82A}">
                    <a16:rowId xmlns:a16="http://schemas.microsoft.com/office/drawing/2014/main" val="3633374253"/>
                  </a:ext>
                </a:extLst>
              </a:tr>
              <a:tr h="1449451">
                <a:tc>
                  <a:txBody>
                    <a:bodyPr/>
                    <a:lstStyle/>
                    <a:p>
                      <a:r>
                        <a:rPr lang="en-US" sz="2800" b="1" dirty="0"/>
                        <a:t>1) Running Code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Acquisition from Camera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Apply the algorithm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Output the result on GUI</a:t>
                      </a: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15%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1143981138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r>
                        <a:rPr lang="en-US" sz="2800" b="1" dirty="0"/>
                        <a:t>2) Real-time Testing</a:t>
                      </a:r>
                    </a:p>
                  </a:txBody>
                  <a:tcPr marL="0" marR="0" marT="90591" marB="9059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One (or more) live samples</a:t>
                      </a:r>
                    </a:p>
                  </a:txBody>
                  <a:tcPr marL="0" marR="0" marT="90591" marB="905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5%</a:t>
                      </a:r>
                    </a:p>
                  </a:txBody>
                  <a:tcPr marL="0" marR="0" marT="90591" marB="90591" anchor="ctr"/>
                </a:tc>
                <a:extLst>
                  <a:ext uri="{0D108BD9-81ED-4DB2-BD59-A6C34878D82A}">
                    <a16:rowId xmlns:a16="http://schemas.microsoft.com/office/drawing/2014/main" val="73286903"/>
                  </a:ext>
                </a:extLst>
              </a:tr>
            </a:tbl>
          </a:graphicData>
        </a:graphic>
      </p:graphicFrame>
      <p:pic>
        <p:nvPicPr>
          <p:cNvPr id="4" name="Picture 2" descr="MATLAB logo and symbol, meaning, history, PNG">
            <a:extLst>
              <a:ext uri="{FF2B5EF4-FFF2-40B4-BE49-F238E27FC236}">
                <a16:creationId xmlns:a16="http://schemas.microsoft.com/office/drawing/2014/main" id="{D20CC6CD-48DC-C2C1-96D0-4ECDF3380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A297C6-9E0C-174B-9F6C-3C12FD31AC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DETAILS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92E0C-F76F-F292-AFE1-365470FF6D76}"/>
              </a:ext>
            </a:extLst>
          </p:cNvPr>
          <p:cNvSpPr/>
          <p:nvPr/>
        </p:nvSpPr>
        <p:spPr>
          <a:xfrm>
            <a:off x="-10049" y="1760632"/>
            <a:ext cx="11274251" cy="1444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7D723C-DEED-FC10-D8E7-49A7E1F8A5A8}"/>
              </a:ext>
            </a:extLst>
          </p:cNvPr>
          <p:cNvSpPr/>
          <p:nvPr/>
        </p:nvSpPr>
        <p:spPr>
          <a:xfrm>
            <a:off x="0" y="3218334"/>
            <a:ext cx="11274251" cy="589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319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610B-45B9-301D-8F0A-C231AC8A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TLAB logo and symbol, meaning, history, PNG">
            <a:extLst>
              <a:ext uri="{FF2B5EF4-FFF2-40B4-BE49-F238E27FC236}">
                <a16:creationId xmlns:a16="http://schemas.microsoft.com/office/drawing/2014/main" id="{3F8E26F4-DEBE-2DCE-069C-169F9A53C8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14" b="23984"/>
          <a:stretch>
            <a:fillRect/>
          </a:stretch>
        </p:blipFill>
        <p:spPr bwMode="auto">
          <a:xfrm>
            <a:off x="7428655" y="0"/>
            <a:ext cx="3780148" cy="105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3FD263-8F33-5D55-60B3-56D185598597}"/>
              </a:ext>
            </a:extLst>
          </p:cNvPr>
          <p:cNvSpPr txBox="1">
            <a:spLocks/>
          </p:cNvSpPr>
          <p:nvPr/>
        </p:nvSpPr>
        <p:spPr>
          <a:xfrm>
            <a:off x="0" y="1143000"/>
            <a:ext cx="11208803" cy="546369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marR="0" lvl="1" indent="-514350" algn="l" defTabSz="914400" rtl="0" eaLnBrk="1" fontAlgn="auto" latinLnBrk="0" hangingPunct="1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Clr>
                <a:srgbClr val="99CB38"/>
              </a:buClr>
              <a:buSzTx/>
              <a:buFont typeface="+mj-lt"/>
              <a:buAutoNum type="arabicPeriod"/>
              <a:tabLst/>
              <a:defRPr/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  <a:hlinkClick r:id="rId3" action="ppaction://hlinkfile"/>
              </a:rPr>
              <a:t>Time Teller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14400" lvl="1" indent="-514350">
              <a:lnSpc>
                <a:spcPct val="150000"/>
              </a:lnSpc>
              <a:buClr>
                <a:srgbClr val="99CB38"/>
              </a:buClr>
              <a:buFont typeface="+mj-lt"/>
              <a:buAutoNum type="arabicPeriod"/>
              <a:defRPr/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4" action="ppaction://hlinkfile"/>
              </a:rPr>
              <a:t>Shooting Target Score</a:t>
            </a:r>
            <a:endParaRPr lang="en-US" sz="3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914400" lvl="1" indent="-514350">
              <a:lnSpc>
                <a:spcPct val="150000"/>
              </a:lnSpc>
              <a:buClr>
                <a:srgbClr val="99CB38"/>
              </a:buClr>
              <a:buFont typeface="+mj-lt"/>
              <a:buAutoNum type="arabicPeriod"/>
              <a:defRPr/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5" action="ppaction://hlinkfile"/>
              </a:rPr>
              <a:t>Road Signs Detection and Recognition</a:t>
            </a:r>
            <a:endParaRPr lang="en-US" sz="32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914400" lvl="1" indent="-514350">
              <a:lnSpc>
                <a:spcPct val="150000"/>
              </a:lnSpc>
              <a:buClr>
                <a:srgbClr val="99CB38"/>
              </a:buClr>
              <a:buFont typeface="+mj-lt"/>
              <a:buAutoNum type="arabicPeriod"/>
              <a:defRPr/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hlinkClick r:id="rId6" action="ppaction://hlinkfile"/>
              </a:rPr>
              <a:t>Detection and Recognition of Egyptian National ID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9ABEE-A81A-001D-0799-FBF967E308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91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DESCRIPTIONS</a:t>
            </a:r>
            <a:endParaRPr kumimoji="0" lang="ar-EG" sz="44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062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irls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953000" y="3429000"/>
            <a:ext cx="2317750" cy="2317750"/>
          </a:xfrm>
          <a:prstGeom prst="rect">
            <a:avLst/>
          </a:prstGeom>
          <a:noFill/>
        </p:spPr>
      </p:pic>
      <p:pic>
        <p:nvPicPr>
          <p:cNvPr id="5" name="Picture 4" descr="ThankYou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9963" y="695326"/>
            <a:ext cx="5172075" cy="2352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1_Vie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4.xml><?xml version="1.0" encoding="utf-8"?>
<a:theme xmlns:a="http://schemas.openxmlformats.org/drawingml/2006/main" name="2_Vie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FB6B8FA54BF347A9237075A1ACAC32" ma:contentTypeVersion="12" ma:contentTypeDescription="Create a new document." ma:contentTypeScope="" ma:versionID="8e2d5e47ae813670b46641ef22b9489d">
  <xsd:schema xmlns:xsd="http://www.w3.org/2001/XMLSchema" xmlns:xs="http://www.w3.org/2001/XMLSchema" xmlns:p="http://schemas.microsoft.com/office/2006/metadata/properties" xmlns:ns2="1adc234e-596c-4d89-887a-722d814c82a4" xmlns:ns3="c1a7e3d8-6d32-4048-9686-22ef17dbda4a" targetNamespace="http://schemas.microsoft.com/office/2006/metadata/properties" ma:root="true" ma:fieldsID="2ddf89530805c79e52f3cb31b7d40dcb" ns2:_="" ns3:_="">
    <xsd:import namespace="1adc234e-596c-4d89-887a-722d814c82a4"/>
    <xsd:import namespace="c1a7e3d8-6d32-4048-9686-22ef17dbda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dc234e-596c-4d89-887a-722d814c8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ca49228-5bdc-43bd-91d8-300555e2f1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7e3d8-6d32-4048-9686-22ef17dbda4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5a675da-a7e5-48b2-89fe-5a78c02a434c}" ma:internalName="TaxCatchAll" ma:showField="CatchAllData" ma:web="c1a7e3d8-6d32-4048-9686-22ef17dbda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dc234e-596c-4d89-887a-722d814c82a4">
      <Terms xmlns="http://schemas.microsoft.com/office/infopath/2007/PartnerControls"/>
    </lcf76f155ced4ddcb4097134ff3c332f>
    <TaxCatchAll xmlns="c1a7e3d8-6d32-4048-9686-22ef17dbda4a" xsi:nil="true"/>
  </documentManagement>
</p:properties>
</file>

<file path=customXml/itemProps1.xml><?xml version="1.0" encoding="utf-8"?>
<ds:datastoreItem xmlns:ds="http://schemas.openxmlformats.org/officeDocument/2006/customXml" ds:itemID="{798902F6-8B2B-435B-875D-85B59696416D}"/>
</file>

<file path=customXml/itemProps2.xml><?xml version="1.0" encoding="utf-8"?>
<ds:datastoreItem xmlns:ds="http://schemas.openxmlformats.org/officeDocument/2006/customXml" ds:itemID="{D577AC7E-A9FC-418C-B75A-96D18C416E46}"/>
</file>

<file path=customXml/itemProps3.xml><?xml version="1.0" encoding="utf-8"?>
<ds:datastoreItem xmlns:ds="http://schemas.openxmlformats.org/officeDocument/2006/customXml" ds:itemID="{183F9F7C-275F-4C0E-B1E9-1FBC8E387C9A}"/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360</Words>
  <Application>Microsoft Office PowerPoint</Application>
  <PresentationFormat>Widescreen</PresentationFormat>
  <Paragraphs>69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Cambria</vt:lpstr>
      <vt:lpstr>Wingdings 2</vt:lpstr>
      <vt:lpstr>Office Theme</vt:lpstr>
      <vt:lpstr>Retrospect</vt:lpstr>
      <vt:lpstr>1_View</vt:lpstr>
      <vt:lpstr>2_View</vt:lpstr>
      <vt:lpstr>SCO421: Computer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Salah ELDin</dc:creator>
  <cp:lastModifiedBy>Ahmed Salah ELDin</cp:lastModifiedBy>
  <cp:revision>7</cp:revision>
  <dcterms:created xsi:type="dcterms:W3CDTF">2026-04-06T15:43:41Z</dcterms:created>
  <dcterms:modified xsi:type="dcterms:W3CDTF">2026-04-06T23:55:33Z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0x010100F1FB6B8FA54BF347A9237075A1ACAC32</vt:lpwstr>
  </property>
</Properties>
</file>